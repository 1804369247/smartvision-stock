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SmartVision Stock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智能仓储管理系统 —— 毕业设计答辩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FDDEE"/>
                </a:solidFill>
                <a:latin typeface="Microsoft YaHei"/>
              </a:rPr>
              <a:t>基于 Vue 3 + Spring Boot 的 3D 可视化仓储管理系统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FDDEE"/>
                </a:solidFill>
                <a:latin typeface="Microsoft YaHei"/>
              </a:rPr>
              <a:t>答辩人：________    学号：________    导师：________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一、项目概述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系统定位与技术栈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194560" cy="47548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系统类型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371600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408176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B/S 架构仓储管理系统（WMS），带 3D 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38528"/>
            <a:ext cx="219456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前端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38528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975104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Vue 3 + Vite + Pinia + Element Plus + Three.js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05456"/>
            <a:ext cx="2194560" cy="47548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后端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505456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542032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Spring Boot 2.7 + Spring Security + JWT + JPA + WebSocket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72384"/>
            <a:ext cx="219456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数据库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072384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108960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MySQL 8（生产）/ H2（测试）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39312"/>
            <a:ext cx="2194560" cy="47548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75888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中间件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3639312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3675888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Redis（缓存 + JWT 黑名单）、MinIO（对象存储）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2194560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42816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部署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206240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242816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Docker + docker-compose 一键部署（nginx 托管前端）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73168"/>
            <a:ext cx="2194560" cy="475488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09744"/>
            <a:ext cx="2011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核心端口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773168"/>
            <a:ext cx="8595360" cy="475488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63240" y="4809744"/>
            <a:ext cx="8321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前端 8081，后端 8080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二、核心功能模块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七大模块覆盖仓储全流程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基础数据管理：商品、供应商、仓库、库位（含 3D 坐标）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入库管理：入库单创建 → 审核 → 上架，生成货物实例（批次）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出库管理：出库单创建 → 库存预占 → 审核 → 确认扣减，支持拣货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库存管理：实时库存、调拨、移库、盘点、退货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3D 可视化：Three.js 渲染仓库/货架/库位，实时反映库存状态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实时通知：WebSocket 推送库存变更、到期预警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系统管理：用户/角色/权限（RBAC）、操作日志、文件上传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三、系统架构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口述用分层架构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3A5F"/>
                </a:solidFill>
                <a:latin typeface="Consolas"/>
              </a:rPr>
              <a:t>[浏览器 Vue3 SPA]
   │  REST(JWT) / WebSocket(子协议带 token)
   ▼
[Nginx] ──反向代理──► [Spring Boot 后端]
                          ├─ Controller 层（REST API）
                          ├─ Service 层（业务：出入库/预占/并发锁）
                          ├─ Repository 层（JPA）
                          ├─ WebSocket（实时推送）
                          ▼
              [MySQL]   [Redis]   [MinIO]
              业务数据   缓存/黑名单  文件对象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四、技术亮点 ①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库存预占（Reserved Stock）机制 —— 解决“超卖”痛点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问题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YaHei"/>
              </a:rPr>
              <a:t>多个出库单同时想出同一批货，若只在最终确认时扣库存，会出现“账面够、实际不够”的超卖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方案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YaHei"/>
              </a:rPr>
              <a:t>出库单审核阶段就逻辑锁定库存（写 stock_reservation 记录）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YaHei"/>
              </a:rPr>
              <a:t>可用量 = 库存数量 − 活动预占量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YaHei"/>
              </a:rPr>
              <a:t>预占带 TTL，@Scheduled 定时任务自动释放过期预占，避免“占而不用”锁死库存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价值</a:t>
            </a:r>
          </a:p>
          <a:p>
            <a:pPr algn="l" lvl="1">
              <a:spcAft>
                <a:spcPts val="600"/>
              </a:spcAft>
            </a:pPr>
            <a:r>
              <a:rPr sz="1600" b="0">
                <a:solidFill>
                  <a:srgbClr val="555F6B"/>
                </a:solidFill>
                <a:latin typeface="Microsoft YaHei"/>
              </a:rPr>
              <a:t>把库存冲突从“确认时”提前到“审核时”发现，符合真实仓储业务逻辑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四、技术亮点 ②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并发安全 —— 悲观锁防止超卖 / 丢失更新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Microsoft YaHei"/>
              </a:rPr>
              <a:t>问题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一个出库单可能拆多条明细扣减同一货物实例；并发确认多个单据时，读-改-写存在丢失更新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Microsoft YaHei"/>
              </a:rPr>
              <a:t>方案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出库确认前，对所有涉及的货物实例 id 先 distinct + sorted（固定加锁顺序防死锁）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再逐个 findByIdForUpdate（SELECT … FOR UPDATE 悲观写锁）加锁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预检查与扣减复用同一批已加锁实体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Microsoft YaHei"/>
              </a:rPr>
              <a:t>验证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@SpringBootTest 并发集成测试：8 线程确认库存 20（各扣 2）→ 剩余永不为负；10 线程并发预占不超卖</a:t>
            </a:r>
          </a:p>
          <a:p>
            <a:pPr algn="l" lvl="1"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Microsoft YaHei"/>
              </a:rPr>
              <a:t>全量 104 个测试 0 失败；为何不用乐观锁：历史 @Version 为 NULL 引发 NPE 且冲突频繁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四、技术亮点 ③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安全设计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认证：JWT（HS384 签名），Access + Refresh 双令牌，前端拦截器自动刷新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登出即失效：JWT 黑名单，单机内存实现，多实例用 Redis 分布式黑名单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收紧 CORS/权限：Spring Security 仅对 auth/swagger 等放行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WebSocket 握手做 JWT 校验，且 CORS 不再用 * 通配兜底（为空直接拒绝）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Microsoft YaHei"/>
              </a:rPr>
              <a:t>密钥管理：JWT 密钥、数据库密码全部走环境变量占位（${…}），代码零硬编码；缺密钥 fail-fast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四、技术亮点 ④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实时性与工程化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Microsoft YaHei"/>
              </a:rPr>
              <a:t>WebSocket 实时推送：库存变更事件驱动推送到 3D 前端；广播移出事务边界避免长事务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Microsoft YaHei"/>
              </a:rPr>
              <a:t>缓存：Redis @Cacheable 缓存商品等热点数据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Microsoft YaHei"/>
              </a:rPr>
              <a:t>可部署性：Docker 一键起全栈；/instances 等大列表接口做了分页，避免整表加载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Microsoft YaHei"/>
              </a:rPr>
              <a:t>可测试性：H2 内存库 + test profile，集成测试不依赖外部 MySQL/Redis/MinIO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五、演示流程建议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Demo 顺序（建议 8-10 分钟）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1. 登录（admin/admin123）→ 展示 JWT 登录、进入首页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2. 3D 仓库场景：Three.js 渲染货架/库位，点击库位看库存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3. 入库：建入库单 → 审核 → 上架，3D 场景库位状态实时更新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4. 出库 + 预占：建两个出库单占同一批货，展示“可用量”随预占减少；确认一单后库存扣减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5. 超卖演示（加分项）：并发确认两单，展示悲观锁保证不扣成负数（可讲测试代替现场压测）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6. 实时通知：另开窗口展示库存变更 WebSocket 推送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Microsoft YaHei"/>
              </a:rPr>
              <a:t>7. 系统管理：用户/角色/权限、操作日志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六、可能的问题 &amp; 参考回答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Q&amp;A 预案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Q1 怎么防止超卖？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业务层库存预占提前锁定 + 数据层悲观写锁保证原子性 + 固定加锁顺序防死锁 + 并发测试验证。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Q2 为什么用悲观锁而非乐观锁？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预占/出库确认冲突频繁，乐观锁重试成本高；且历史 @Version 为 NULL 引发过 NPE。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25496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Q3 Redis 起什么作用？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缓存热点数据减轻 DB 压力；JWT 登出黑名单分布式共享，保证多实例登出即时生效；无 Redis 自动回退内存。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5304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Q4 WebSocket 如何鉴权？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握手阶段子协议/Header 传 JWT，HandshakeInterceptor 校验；CORS 白名单不用 *，为空直接拒绝。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2511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Q5 3D 怎么实现？性能如何？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Three.js 按库位坐标生成场景对象，库存变化更新材质/标签；注意 dispose 释放避免内存泄漏。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Q6 数据一致性怎么保证？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核心方法 @Transactional；WebSocket 广播移出事务边界，避免推送成功但事务回滚。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247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3A5F"/>
                </a:solidFill>
                <a:latin typeface="Microsoft YaHei"/>
              </a:rPr>
              <a:t>Q7 测试覆盖如何？</a:t>
            </a:r>
          </a:p>
          <a:p>
            <a:pPr algn="l"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Microsoft YaHei"/>
              </a:rPr>
              <a:t>后端 104 个测试（单元+集成）含并发专项，全部通过；前端有 API/缓存/路由单测。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七、项目数据速记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背下来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代码规模：本轮改造提交 254 个文件、约 9000+ 行新增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测试：104 个后端测试，0 失败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版本：v0.1.0（基座）→ v1.0.0（完整版），已打 tag 并推送 GitHub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技术难点：库存预占、并发悲观锁、JWT 双令牌 + 分布式黑名单、3D 内存管理、Docker 一键部署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icrosoft YaHei"/>
              </a:rPr>
              <a:t>八、可改进方向</a:t>
            </a:r>
          </a:p>
          <a:p>
            <a:r>
              <a:rPr sz="1400">
                <a:solidFill>
                  <a:srgbClr val="CFDDEE"/>
                </a:solidFill>
                <a:latin typeface="Microsoft YaHei"/>
              </a:rPr>
              <a:t>主动说，显得有反思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多仓库调拨的库位直接关联可进一步完善（目前部分场景走间接关联）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引入数据库迁移工具（Flyway/Liquibase）替代 ddl-auto:update，让 schema 变更可追溯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高并发下可评估从悲观锁转向“预占 + 队列/分段库存”以提升吞吐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3A5F"/>
                </a:solidFill>
                <a:latin typeface="Microsoft YaHei"/>
              </a:rPr>
              <a:t>增加更多端到端（E2E）自动化测试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感谢各位老师批评指正！</a:t>
            </a:r>
          </a:p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